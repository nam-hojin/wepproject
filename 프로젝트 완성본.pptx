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5" r:id="rId10"/>
    <p:sldId id="264" r:id="rId11"/>
    <p:sldId id="266" r:id="rId12"/>
    <p:sldId id="267" r:id="rId13"/>
    <p:sldId id="284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5" r:id="rId23"/>
    <p:sldId id="276" r:id="rId24"/>
    <p:sldId id="277" r:id="rId25"/>
    <p:sldId id="278" r:id="rId26"/>
    <p:sldId id="279" r:id="rId27"/>
    <p:sldId id="286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17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07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892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962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681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232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706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624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273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575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420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1205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841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6759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2089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003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D4A4-844C-4D6A-A310-DA3663C22D79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651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C42D4A4-844C-4D6A-A310-DA3663C22D79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36DBA22-270F-441E-BC7C-34C272D31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7432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9600" dirty="0" smtClean="0"/>
              <a:t>프로젝트</a:t>
            </a:r>
            <a:endParaRPr lang="ko-KR" altLang="en-US" sz="96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sz="6000" dirty="0" err="1" smtClean="0"/>
              <a:t>비타민마켓</a:t>
            </a:r>
            <a:endParaRPr lang="en-US" altLang="ko-KR" sz="6000" dirty="0" smtClean="0"/>
          </a:p>
          <a:p>
            <a:pPr algn="r"/>
            <a:r>
              <a:rPr lang="ko-KR" altLang="en-US" sz="3600" dirty="0" smtClean="0"/>
              <a:t>작성자</a:t>
            </a:r>
            <a:r>
              <a:rPr lang="en-US" altLang="ko-KR" sz="3600" dirty="0" smtClean="0"/>
              <a:t>/</a:t>
            </a:r>
            <a:r>
              <a:rPr lang="ko-KR" altLang="en-US" sz="3600" dirty="0" smtClean="0"/>
              <a:t>발표자</a:t>
            </a:r>
            <a:r>
              <a:rPr lang="en-US" altLang="ko-KR" sz="3600" dirty="0" smtClean="0"/>
              <a:t>:</a:t>
            </a:r>
            <a:r>
              <a:rPr lang="ko-KR" altLang="en-US" sz="3600" dirty="0" err="1" smtClean="0"/>
              <a:t>남호진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57191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49412" y="685800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프로젝트 목적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pPr marL="0" indent="0">
              <a:buNone/>
            </a:pPr>
            <a:r>
              <a:rPr lang="ko-KR" altLang="ko-KR" dirty="0" smtClean="0"/>
              <a:t>★온라인 상에서 과일 제품을 판매하면서</a:t>
            </a:r>
            <a:r>
              <a:rPr lang="en-US" altLang="ko-KR" dirty="0" smtClean="0"/>
              <a:t>, </a:t>
            </a:r>
            <a:r>
              <a:rPr lang="ko-KR" altLang="ko-KR" dirty="0" smtClean="0"/>
              <a:t>건강정보 및 과일</a:t>
            </a:r>
            <a:r>
              <a:rPr lang="en-US" altLang="ko-KR" dirty="0" smtClean="0"/>
              <a:t>(</a:t>
            </a:r>
            <a:r>
              <a:rPr lang="ko-KR" altLang="ko-KR" dirty="0" smtClean="0"/>
              <a:t>혼합</a:t>
            </a:r>
            <a:r>
              <a:rPr lang="en-US" altLang="ko-KR" dirty="0" smtClean="0"/>
              <a:t>) </a:t>
            </a:r>
            <a:r>
              <a:rPr lang="ko-KR" altLang="ko-KR" dirty="0" smtClean="0"/>
              <a:t>주스 레시피도 함께 제공하여 차별화하고자 함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80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57312" y="29633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개발 일정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9179" y="1803399"/>
            <a:ext cx="6595466" cy="361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5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 smtClean="0"/>
              <a:t>기반 기술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51" y="571500"/>
            <a:ext cx="11906649" cy="558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563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365125"/>
            <a:ext cx="10883899" cy="63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786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흐름도 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11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91743"/>
            <a:ext cx="8445500" cy="657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040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674" y="0"/>
            <a:ext cx="8941226" cy="701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6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DBMS</a:t>
            </a:r>
            <a:r>
              <a:rPr lang="ko-KR" altLang="ko-KR" dirty="0" smtClean="0"/>
              <a:t>설계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42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89000" y="-274639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 smtClean="0"/>
              <a:t>E-</a:t>
            </a:r>
            <a:r>
              <a:rPr lang="en-US" altLang="ko-KR" dirty="0" err="1" smtClean="0"/>
              <a:t>R다이어그램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427" y="787399"/>
            <a:ext cx="8862746" cy="5957047"/>
          </a:xfrm>
        </p:spPr>
      </p:pic>
    </p:spTree>
    <p:extLst>
      <p:ext uri="{BB962C8B-B14F-4D97-AF65-F5344CB8AC3E}">
        <p14:creationId xmlns:p14="http://schemas.microsoft.com/office/powerpoint/2010/main" val="230595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19212" y="22013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회원가입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3" y="2209800"/>
            <a:ext cx="12076394" cy="3098800"/>
          </a:xfrm>
        </p:spPr>
      </p:pic>
    </p:spTree>
    <p:extLst>
      <p:ext uri="{BB962C8B-B14F-4D97-AF65-F5344CB8AC3E}">
        <p14:creationId xmlns:p14="http://schemas.microsoft.com/office/powerpoint/2010/main" val="224031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62112" y="34713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err="1" smtClean="0"/>
              <a:t>상품목록</a:t>
            </a:r>
            <a:r>
              <a:rPr lang="ko-KR" altLang="en-US" dirty="0" smtClean="0"/>
              <a:t> 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1" y="2164938"/>
            <a:ext cx="12065037" cy="3207162"/>
          </a:xfrm>
        </p:spPr>
      </p:pic>
    </p:spTree>
    <p:extLst>
      <p:ext uri="{BB962C8B-B14F-4D97-AF65-F5344CB8AC3E}">
        <p14:creationId xmlns:p14="http://schemas.microsoft.com/office/powerpoint/2010/main" val="168482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85912" y="25823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err="1" smtClean="0"/>
              <a:t>이미지파일</a:t>
            </a:r>
            <a:r>
              <a:rPr lang="ko-KR" altLang="en-US" dirty="0" smtClean="0"/>
              <a:t> 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4" y="2286000"/>
            <a:ext cx="11897032" cy="3073400"/>
          </a:xfrm>
        </p:spPr>
      </p:pic>
    </p:spTree>
    <p:extLst>
      <p:ext uri="{BB962C8B-B14F-4D97-AF65-F5344CB8AC3E}">
        <p14:creationId xmlns:p14="http://schemas.microsoft.com/office/powerpoint/2010/main" val="4231357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97012" y="19473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카트 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1993900"/>
            <a:ext cx="12103100" cy="3276600"/>
          </a:xfrm>
        </p:spPr>
      </p:pic>
    </p:spTree>
    <p:extLst>
      <p:ext uri="{BB962C8B-B14F-4D97-AF65-F5344CB8AC3E}">
        <p14:creationId xmlns:p14="http://schemas.microsoft.com/office/powerpoint/2010/main" val="176949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47812" y="15663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카트 아이템 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53" y="2387600"/>
            <a:ext cx="11913247" cy="3187700"/>
          </a:xfrm>
        </p:spPr>
      </p:pic>
    </p:spTree>
    <p:extLst>
      <p:ext uri="{BB962C8B-B14F-4D97-AF65-F5344CB8AC3E}">
        <p14:creationId xmlns:p14="http://schemas.microsoft.com/office/powerpoint/2010/main" val="1477016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8800" y="0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err="1" smtClean="0"/>
              <a:t>결재정보</a:t>
            </a:r>
            <a:r>
              <a:rPr lang="en-US" altLang="ko-KR" dirty="0" smtClean="0"/>
              <a:t>ID</a:t>
            </a:r>
            <a:r>
              <a:rPr lang="ko-KR" altLang="en-US" dirty="0" smtClean="0"/>
              <a:t> 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26" y="1955800"/>
            <a:ext cx="11937748" cy="3111500"/>
          </a:xfrm>
        </p:spPr>
      </p:pic>
    </p:spTree>
    <p:extLst>
      <p:ext uri="{BB962C8B-B14F-4D97-AF65-F5344CB8AC3E}">
        <p14:creationId xmlns:p14="http://schemas.microsoft.com/office/powerpoint/2010/main" val="152792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8799" y="35983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결제정보 아이템 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6" y="2235200"/>
            <a:ext cx="12000407" cy="3170634"/>
          </a:xfrm>
        </p:spPr>
      </p:pic>
    </p:spTree>
    <p:extLst>
      <p:ext uri="{BB962C8B-B14F-4D97-AF65-F5344CB8AC3E}">
        <p14:creationId xmlns:p14="http://schemas.microsoft.com/office/powerpoint/2010/main" val="93060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8800" y="32173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공지사항 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" y="2095651"/>
            <a:ext cx="12026900" cy="3108218"/>
          </a:xfrm>
        </p:spPr>
      </p:pic>
    </p:spTree>
    <p:extLst>
      <p:ext uri="{BB962C8B-B14F-4D97-AF65-F5344CB8AC3E}">
        <p14:creationId xmlns:p14="http://schemas.microsoft.com/office/powerpoint/2010/main" val="3012904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84312" y="2979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문의사항 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83" y="2502058"/>
            <a:ext cx="11717501" cy="3073242"/>
          </a:xfrm>
        </p:spPr>
      </p:pic>
    </p:spTree>
    <p:extLst>
      <p:ext uri="{BB962C8B-B14F-4D97-AF65-F5344CB8AC3E}">
        <p14:creationId xmlns:p14="http://schemas.microsoft.com/office/powerpoint/2010/main" val="410544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31912" y="126254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리뷰 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96921"/>
            <a:ext cx="12079022" cy="3294279"/>
          </a:xfrm>
        </p:spPr>
      </p:pic>
    </p:spTree>
    <p:extLst>
      <p:ext uri="{BB962C8B-B14F-4D97-AF65-F5344CB8AC3E}">
        <p14:creationId xmlns:p14="http://schemas.microsoft.com/office/powerpoint/2010/main" val="166617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60512" y="169332"/>
            <a:ext cx="8534400" cy="1507067"/>
          </a:xfrm>
        </p:spPr>
        <p:txBody>
          <a:bodyPr/>
          <a:lstStyle/>
          <a:p>
            <a:pPr algn="ctr"/>
            <a:r>
              <a:rPr lang="ko-KR" altLang="en-US" dirty="0" smtClean="0"/>
              <a:t>댓글</a:t>
            </a:r>
            <a:r>
              <a:rPr lang="en-US" altLang="ko-KR" dirty="0" smtClean="0"/>
              <a:t> DB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2" y="2494438"/>
            <a:ext cx="12118478" cy="3220562"/>
          </a:xfrm>
        </p:spPr>
      </p:pic>
    </p:spTree>
    <p:extLst>
      <p:ext uri="{BB962C8B-B14F-4D97-AF65-F5344CB8AC3E}">
        <p14:creationId xmlns:p14="http://schemas.microsoft.com/office/powerpoint/2010/main" val="2637664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실행화면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859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199" y="28973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 err="1" smtClean="0"/>
              <a:t>메인페이지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lum/>
            <a:alphaModFix/>
          </a:blip>
          <a:stretch>
            <a:fillRect/>
          </a:stretch>
        </p:blipFill>
        <p:spPr>
          <a:xfrm>
            <a:off x="689101" y="1240235"/>
            <a:ext cx="10813795" cy="5528691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98578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 smtClean="0"/>
              <a:t>회원가입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419100" y="1056675"/>
            <a:ext cx="11353800" cy="580132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88356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199" y="-139700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 smtClean="0"/>
              <a:t>회원관리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03201" y="925686"/>
            <a:ext cx="11455400" cy="584186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83580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 smtClean="0"/>
              <a:t>공지사항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476249" y="1000124"/>
            <a:ext cx="11239499" cy="575080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090874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감사합니다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581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슬라이스">
  <a:themeElements>
    <a:clrScheme name="슬라이스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슬라이스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슬라이스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17</TotalTime>
  <Words>70</Words>
  <Application>Microsoft Office PowerPoint</Application>
  <PresentationFormat>와이드스크린</PresentationFormat>
  <Paragraphs>30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HY중고딕</vt:lpstr>
      <vt:lpstr>Century Gothic</vt:lpstr>
      <vt:lpstr>Wingdings 3</vt:lpstr>
      <vt:lpstr>슬라이스</vt:lpstr>
      <vt:lpstr>프로젝트</vt:lpstr>
      <vt:lpstr>프로젝트 목적 </vt:lpstr>
      <vt:lpstr>개발 일정</vt:lpstr>
      <vt:lpstr>기반 기술</vt:lpstr>
      <vt:lpstr>PowerPoint 프레젠테이션</vt:lpstr>
      <vt:lpstr>흐름도 </vt:lpstr>
      <vt:lpstr>PowerPoint 프레젠테이션</vt:lpstr>
      <vt:lpstr>PowerPoint 프레젠테이션</vt:lpstr>
      <vt:lpstr>DBMS설계</vt:lpstr>
      <vt:lpstr>E-R다이어그램</vt:lpstr>
      <vt:lpstr>회원가입DB</vt:lpstr>
      <vt:lpstr>상품목록 DB</vt:lpstr>
      <vt:lpstr>이미지파일 DB</vt:lpstr>
      <vt:lpstr>카트 DB</vt:lpstr>
      <vt:lpstr>카트 아이템 DB</vt:lpstr>
      <vt:lpstr>결재정보ID DB</vt:lpstr>
      <vt:lpstr>결제정보 아이템 DB</vt:lpstr>
      <vt:lpstr>공지사항 DB</vt:lpstr>
      <vt:lpstr>문의사항 DB</vt:lpstr>
      <vt:lpstr>리뷰 DB</vt:lpstr>
      <vt:lpstr>댓글 DB</vt:lpstr>
      <vt:lpstr>실행화면 </vt:lpstr>
      <vt:lpstr>메인페이지 </vt:lpstr>
      <vt:lpstr>회원가입</vt:lpstr>
      <vt:lpstr>회원관리</vt:lpstr>
      <vt:lpstr>공지사항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</dc:title>
  <dc:creator>USER</dc:creator>
  <cp:lastModifiedBy>USER</cp:lastModifiedBy>
  <cp:revision>6</cp:revision>
  <dcterms:created xsi:type="dcterms:W3CDTF">2025-11-23T07:42:00Z</dcterms:created>
  <dcterms:modified xsi:type="dcterms:W3CDTF">2025-11-23T08:08:32Z</dcterms:modified>
</cp:coreProperties>
</file>